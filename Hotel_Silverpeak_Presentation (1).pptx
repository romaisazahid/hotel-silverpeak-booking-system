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4"/>
    <p:sldId id="258" r:id="rId5"/>
    <p:sldId id="259" r:id="rId6"/>
    <p:sldId id="260" r:id="rId7"/>
    <p:sldId id="289" r:id="rId8"/>
    <p:sldId id="261" r:id="rId9"/>
    <p:sldId id="267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3" r:id="rId23"/>
    <p:sldId id="290" r:id="rId24"/>
    <p:sldId id="288" r:id="rId25"/>
    <p:sldId id="280" r:id="rId26"/>
    <p:sldId id="291" r:id="rId27"/>
    <p:sldId id="292" r:id="rId28"/>
    <p:sldId id="281" r:id="rId29"/>
    <p:sldId id="282" r:id="rId30"/>
    <p:sldId id="283" r:id="rId31"/>
    <p:sldId id="284" r:id="rId32"/>
    <p:sldId id="285" r:id="rId33"/>
    <p:sldId id="264" r:id="rId34"/>
    <p:sldId id="286" r:id="rId35"/>
    <p:sldId id="287" r:id="rId36"/>
    <p:sldId id="265" r:id="rId37"/>
    <p:sldId id="266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839FB-1F09-4958-AA01-3DFFFF95A3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CA6E9-16AB-42A6-A741-8653B18D17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11630-95B2-4F25-9C39-7E2075431F8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4A23B-C29B-4F9D-AF59-8215D2EA83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AA138-3722-43D2-847B-FC1DB88DAAD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009C5-A153-456B-AE27-66187481C72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8D50-5BD9-4BF3-BB2F-52630DCA1B0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C27DC-4D17-4BF1-815D-8F68A7DE972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ED4C-3ABC-47E3-86C3-B56F32CB05F9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0251A-9A8F-47FD-97D9-1AB1B111314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7D7D-CAAB-4359-AB53-32075E1A8AD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D1B1-EBEC-4AA6-BBCC-A67BCFD12C0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9D95AD2E-99F4-4C88-8437-5252AF11441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E9AD-4DE2-4F97-815C-FEE8766E8B0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993B-3161-4D55-AE36-0B2ECD76DE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>
            <a:fillRect/>
          </a:stretch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D3A37-94BA-4D57-A00D-8A1015223D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Hotel </a:t>
            </a:r>
            <a:r>
              <a:rPr dirty="0" err="1"/>
              <a:t>Silverpeak</a:t>
            </a:r>
            <a:r>
              <a:rPr dirty="0"/>
              <a:t> Booking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Hotel Reservation Platform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7655" y="5832218"/>
            <a:ext cx="3719283" cy="309201"/>
          </a:xfrm>
        </p:spPr>
        <p:txBody>
          <a:bodyPr/>
          <a:p>
            <a:r>
              <a:rPr lang="en-US" sz="1200"/>
              <a:t>presented By: Areeba Yasir, Romaisa Zahid</a:t>
            </a:r>
            <a:endParaRPr lang="en-US" sz="1200"/>
          </a:p>
          <a:p>
            <a:r>
              <a:rPr lang="en-US" sz="1200"/>
              <a:t>Presented To: Ma’am Aiman 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627" y="279902"/>
            <a:ext cx="6251303" cy="1049235"/>
          </a:xfrm>
        </p:spPr>
        <p:txBody>
          <a:bodyPr/>
          <a:lstStyle/>
          <a:p>
            <a:r>
              <a:rPr dirty="0"/>
              <a:t>Table of Contents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768" y="1254106"/>
            <a:ext cx="7066328" cy="4349787"/>
          </a:xfrm>
        </p:spPr>
        <p:txBody>
          <a:bodyPr>
            <a:no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/ Project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Purpose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 &amp; Screenshots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Connection &amp; SQL Queries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&amp; Validation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244348" y="6192834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4606" y="621893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29" y="831364"/>
            <a:ext cx="8718148" cy="104923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/ Project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140" y="2055182"/>
            <a:ext cx="7721706" cy="3450613"/>
          </a:xfrm>
        </p:spPr>
        <p:txBody>
          <a:bodyPr>
            <a:norm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reservation platform with real-time availability &amp; bookings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with PHP, MySQL, HTML5, CSS3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two-phase booking &amp; automated pricing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secure design with prepared statements &amp; input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97531" y="6206177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0171" y="630338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711" y="804520"/>
            <a:ext cx="8436076" cy="104923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Purpose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2015733"/>
            <a:ext cx="8082116" cy="345061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booking with efficient online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room availability check, booking, and cancellation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management, reduces paperwork, improves 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09041" y="614928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7631" y="634339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969" y="804520"/>
            <a:ext cx="8583560" cy="1049235"/>
          </a:xfrm>
        </p:spPr>
        <p:txBody>
          <a:bodyPr/>
          <a:lstStyle/>
          <a:p>
            <a:r>
              <a:rPr dirty="0"/>
              <a:t>Tools &amp; Technologies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251303" cy="3957110"/>
          </a:xfrm>
        </p:spPr>
        <p:txBody>
          <a:bodyPr>
            <a:noAutofit/>
          </a:bodyPr>
          <a:lstStyle/>
          <a:p>
            <a:r>
              <a:rPr sz="2400" dirty="0">
                <a:solidFill>
                  <a:schemeClr val="accent1"/>
                </a:solidFill>
              </a:rPr>
              <a:t>Frontend: </a:t>
            </a:r>
            <a:r>
              <a:rPr sz="2400" dirty="0"/>
              <a:t>HTML5, CSS3</a:t>
            </a:r>
            <a:endParaRPr sz="2400" dirty="0"/>
          </a:p>
          <a:p>
            <a:r>
              <a:rPr sz="2400" dirty="0">
                <a:solidFill>
                  <a:schemeClr val="accent1"/>
                </a:solidFill>
              </a:rPr>
              <a:t>Backend: </a:t>
            </a:r>
            <a:r>
              <a:rPr sz="2400" dirty="0"/>
              <a:t>PHP</a:t>
            </a:r>
            <a:endParaRPr sz="2400" dirty="0"/>
          </a:p>
          <a:p>
            <a:r>
              <a:rPr sz="2400" dirty="0">
                <a:solidFill>
                  <a:schemeClr val="accent1"/>
                </a:solidFill>
              </a:rPr>
              <a:t>Database: </a:t>
            </a:r>
            <a:r>
              <a:rPr sz="2400" dirty="0"/>
              <a:t>MySQL</a:t>
            </a:r>
            <a:endParaRPr sz="2400" dirty="0"/>
          </a:p>
          <a:p>
            <a:r>
              <a:rPr sz="2400" dirty="0">
                <a:solidFill>
                  <a:schemeClr val="accent1"/>
                </a:solidFill>
              </a:rPr>
              <a:t>Server:</a:t>
            </a:r>
            <a:r>
              <a:rPr sz="2400" dirty="0"/>
              <a:t> XAMPP</a:t>
            </a:r>
            <a:endParaRPr sz="2400" dirty="0"/>
          </a:p>
          <a:p>
            <a:r>
              <a:rPr sz="2400" dirty="0">
                <a:solidFill>
                  <a:schemeClr val="accent1"/>
                </a:solidFill>
              </a:rPr>
              <a:t>Security: </a:t>
            </a:r>
            <a:r>
              <a:rPr sz="2400" dirty="0"/>
              <a:t>Prepared Statements, Input Validation</a:t>
            </a:r>
            <a:endParaRPr sz="2400" dirty="0"/>
          </a:p>
          <a:p>
            <a:r>
              <a:rPr sz="2400" dirty="0">
                <a:solidFill>
                  <a:schemeClr val="accent1"/>
                </a:solidFill>
              </a:rPr>
              <a:t>Scalability: </a:t>
            </a:r>
            <a:r>
              <a:rPr sz="2400" dirty="0"/>
              <a:t>Modular design</a:t>
            </a:r>
            <a:endParaRPr sz="24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82783" y="6285707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5411" y="628560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43355" y="798830"/>
            <a:ext cx="6251575" cy="1049020"/>
          </a:xfrm>
        </p:spPr>
        <p:txBody>
          <a:bodyPr/>
          <a:p>
            <a:r>
              <a:rPr lang="en-US"/>
              <a:t>Core Features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6836" y="635228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75645" y="6158373"/>
            <a:ext cx="795746" cy="503578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765810" y="1853565"/>
            <a:ext cx="3480435" cy="104394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1. Availability Checking</a:t>
            </a:r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793750" y="3435350"/>
            <a:ext cx="3452495" cy="9271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3. Payment processing</a:t>
            </a:r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4844415" y="3435350"/>
            <a:ext cx="3351530" cy="9328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4. cancellation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4809490" y="1853565"/>
            <a:ext cx="3386455" cy="104330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2. Online Booking</a:t>
            </a:r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05710" y="4773295"/>
            <a:ext cx="3480435" cy="104394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5. Customer Data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477" y="804520"/>
            <a:ext cx="8509820" cy="104923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 &amp; Screenshots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291" y="2015733"/>
            <a:ext cx="6251303" cy="345061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header, banner, logo, and tagline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categories: Standard, Family, Suite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check form with date pickers &amp; dropdown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&amp; cancellation forms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info, map, and social media links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83145" y="6196882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6511" y="619670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274180" y="6123142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71941" y="631735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757555"/>
            <a:ext cx="7962900" cy="454279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2112" y="679725"/>
            <a:ext cx="7768713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Hotel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SilverPeak's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clean, elegant website header featuring: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bold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 HOTEL SILVERPEAK“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Simple navigation (Home | Rooms | Contact)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 centered welcome banner with: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✧Main heading: "WELCOME TO"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✧Prominent hotel name: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"HOTEL SILVERPEAK" 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✧Tagline: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"Where comfort meets elegance"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052952" y="6178275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29676" y="637260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244682" y="6228512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81161" y="622845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210" y="1344930"/>
            <a:ext cx="7651750" cy="3932555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191" y="575186"/>
            <a:ext cx="8273848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displays Hotel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Silverpeak's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 offerings in a clean, structured format: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Heading 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"#Our Rooms"(clearly identifying the section)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Categories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○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Room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→"Comfortable room with essential amenities"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Room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→"Spacious room perfect for families"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 Room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→"Luxurious suite with premium     facilities"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27389" y="6255877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16391" y="616051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586" y="1657349"/>
            <a:ext cx="8060827" cy="30473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11974" y="6258008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41791" y="625766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942" y="398207"/>
            <a:ext cx="7919884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Check Screen: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message: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"Please check availability first"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Booking form with 3 fields: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✓CHECK-IN (date picker)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✓CHECK-OUT (date picker)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✓ROOM TYPE dropdown (default: Standard Room)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"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AVAILABILITY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"call-to-action button (→ indicator)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Minimalist design focusing on core booking functionality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52953" y="6208004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30996" y="630465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773" y="1366837"/>
            <a:ext cx="8013040" cy="3706608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170940" y="6196883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48116" y="629386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6358" y="857382"/>
            <a:ext cx="7783461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guest details (Name: Mahnoor, Email: mahnoor@gmail.com, Phone: 03056789)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booking summary: 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✓Room Type: Family Room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✓Dates: August 3-4, 2025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Features a prominent "COMPLETE BOOKING" button (✔ indicator)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11946" y="6219868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20811" y="641387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937" y="1498651"/>
            <a:ext cx="7525498" cy="342731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86383" y="6211631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61196" y="621131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0220" y="425450"/>
            <a:ext cx="7416165" cy="5138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Form (Empty State) 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Heading: "# Cancel Booking“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input fields: 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REFERENCE (placeholder: "Enter your booking rt")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USED FOR BOOKING (placeholder: "Enter the email you t")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Red "CANCEL BOOKING“ button (warning color for destructive action)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Minimalist form design with clear labels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12642" y="6208004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8896" y="620750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24" y="878849"/>
            <a:ext cx="7646031" cy="30062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25" y="4099898"/>
            <a:ext cx="7646031" cy="1032541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171635" y="6242997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94801" y="624242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8431" y="3886566"/>
            <a:ext cx="8152172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provides essential contact information for Hotel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Silverpeak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includes an embedded map for easy navigation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Heading: Contact Us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Email: contact@hotelsilverpeak.com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Location: Rawalpindi, Pakistan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102730" y="6233414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48751" y="623290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621030"/>
            <a:ext cx="7327265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1608" y="2848415"/>
            <a:ext cx="7916197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footer of Hotel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Silverpeak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social media icons (Facebook, Instagram, Twitter, Pinterest) centered on a dark blue background.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Below them, a copyright notice states: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“© HOTELSILVERPEAK-ALLRIGHTSRESERVED.”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068396" y="622638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22436" y="6225918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355" y="1155700"/>
            <a:ext cx="5762625" cy="9334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04520"/>
            <a:ext cx="8273844" cy="1049235"/>
          </a:xfrm>
        </p:spPr>
        <p:txBody>
          <a:bodyPr/>
          <a:lstStyle/>
          <a:p>
            <a:r>
              <a:rPr dirty="0"/>
              <a:t>Database Connection &amp; SQL Queries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Secure connection with PHP and MySQL</a:t>
            </a:r>
            <a:endParaRPr sz="2400" dirty="0"/>
          </a:p>
          <a:p>
            <a:r>
              <a:rPr sz="2400" dirty="0"/>
              <a:t>Key queries: Check room availability, Insert booking, Payment insertion,</a:t>
            </a:r>
            <a:endParaRPr sz="2400" dirty="0"/>
          </a:p>
          <a:p>
            <a:r>
              <a:rPr sz="2400" dirty="0"/>
              <a:t> Verify and cancel booking</a:t>
            </a:r>
            <a:endParaRPr sz="2400" dirty="0"/>
          </a:p>
          <a:p>
            <a:r>
              <a:rPr sz="2400" dirty="0"/>
              <a:t>Prepared statements prevent SQL injection</a:t>
            </a:r>
            <a:endParaRPr sz="24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12641" y="6226379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336" y="632307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45895" y="407670"/>
            <a:ext cx="6251575" cy="1049020"/>
          </a:xfrm>
        </p:spPr>
        <p:txBody>
          <a:bodyPr/>
          <a:p>
            <a:r>
              <a:rPr lang="en-US" altLang="en-US"/>
              <a:t>Table Details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8751" y="633831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30255" y="6144403"/>
            <a:ext cx="795746" cy="503578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87680" y="1614805"/>
            <a:ext cx="3719195" cy="201676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Unique room identifier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room_type: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Type of room (single, double, suite)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price_per_night: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Cost per night for the room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484755" y="3891915"/>
            <a:ext cx="3719195" cy="201676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payments:</a:t>
            </a:r>
            <a:endParaRPr lang="en-US" altLang="en-US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id: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Unique payment identifier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booking_id: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Foreign key linking to booking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amount: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Payment amount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Timestamp of payment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04055" y="1614805"/>
            <a:ext cx="3719195" cy="201676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bookings:</a:t>
            </a:r>
            <a:endParaRPr lang="en-US" altLang="en-US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id: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Unique booking identifier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name, email, phone: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Customer details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checkin, checkout: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Booking dates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Foreign key linking to the room booked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804520"/>
            <a:ext cx="7846142" cy="1049235"/>
          </a:xfrm>
        </p:spPr>
        <p:txBody>
          <a:bodyPr/>
          <a:lstStyle/>
          <a:p>
            <a:r>
              <a:rPr dirty="0"/>
              <a:t>Database Design &amp; ER Diagram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889348" cy="3450613"/>
          </a:xfrm>
        </p:spPr>
        <p:txBody>
          <a:bodyPr>
            <a:normAutofit/>
          </a:bodyPr>
          <a:lstStyle/>
          <a:p>
            <a:r>
              <a:rPr sz="2400" dirty="0"/>
              <a:t>Tables: rooms, bookings, payments</a:t>
            </a:r>
            <a:endParaRPr sz="2400" dirty="0"/>
          </a:p>
          <a:p>
            <a:r>
              <a:rPr sz="2400" dirty="0"/>
              <a:t>Relationships: Rooms (1-M) Bookings, Bookings (1-1) Payments</a:t>
            </a:r>
            <a:endParaRPr sz="2400" dirty="0"/>
          </a:p>
          <a:p>
            <a:r>
              <a:rPr sz="2400" dirty="0"/>
              <a:t>Key fields: id, </a:t>
            </a:r>
            <a:r>
              <a:rPr sz="2400" dirty="0" err="1"/>
              <a:t>room_type</a:t>
            </a:r>
            <a:r>
              <a:rPr lang="en-US" sz="2400" dirty="0"/>
              <a:t> </a:t>
            </a:r>
            <a:r>
              <a:rPr sz="2400" dirty="0"/>
              <a:t>, </a:t>
            </a:r>
            <a:r>
              <a:rPr sz="2400" dirty="0" err="1"/>
              <a:t>price_per_night</a:t>
            </a:r>
            <a:r>
              <a:rPr sz="2400" dirty="0"/>
              <a:t>, </a:t>
            </a:r>
            <a:r>
              <a:rPr sz="2400" dirty="0" err="1"/>
              <a:t>booking_id</a:t>
            </a:r>
            <a:r>
              <a:rPr sz="2400" dirty="0"/>
              <a:t>, </a:t>
            </a:r>
            <a:r>
              <a:rPr sz="2400" dirty="0" err="1"/>
              <a:t>payment_date</a:t>
            </a:r>
            <a:endParaRPr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97198" y="6182134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0316" y="618210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07" y="902262"/>
            <a:ext cx="7313385" cy="448089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994654" y="6241128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35771" y="625449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35771" y="626973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890555" y="6270133"/>
            <a:ext cx="795746" cy="503578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2433320"/>
            <a:ext cx="6732905" cy="24422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77265" y="1248410"/>
            <a:ext cx="670877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2400">
                <a:solidFill>
                  <a:schemeClr val="accent1"/>
                </a:solidFill>
              </a:rPr>
              <a:t>Room Categories &amp; Pricing Structure in Database</a:t>
            </a:r>
            <a:endParaRPr lang="en-US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87816" y="637387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131855" y="6179963"/>
            <a:ext cx="795746" cy="503578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826895" y="86518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Summary from Database</a:t>
            </a:r>
            <a:endParaRPr sz="2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95" y="1552575"/>
            <a:ext cx="6886575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9376" y="370009"/>
            <a:ext cx="7694972" cy="113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</a:rPr>
              <a:t>Database Connection</a:t>
            </a:r>
            <a:endParaRPr lang="en-US" sz="24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 Code snippet for the PHP database connection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194" y="1904771"/>
            <a:ext cx="7950045" cy="3537383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087366" y="6219088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62086" y="6218933"/>
            <a:ext cx="3719283" cy="309201"/>
          </a:xfrm>
        </p:spPr>
        <p:txBody>
          <a:bodyPr/>
          <a:p>
            <a:r>
              <a:rPr lang="en-US"/>
              <a:t>presented By: Areeba Yasir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768" y="397889"/>
            <a:ext cx="6251303" cy="1049235"/>
          </a:xfrm>
        </p:spPr>
        <p:txBody>
          <a:bodyPr/>
          <a:lstStyle/>
          <a:p>
            <a:r>
              <a:rPr lang="en-US" dirty="0"/>
              <a:t>SQL QUERIES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71" y="1651820"/>
            <a:ext cx="7055541" cy="39554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096912" y="6182135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26551" y="6182103"/>
            <a:ext cx="3719283" cy="309201"/>
          </a:xfrm>
        </p:spPr>
        <p:txBody>
          <a:bodyPr/>
          <a:p>
            <a:r>
              <a:rPr lang="en-US"/>
              <a:t>presented By: Romaisa Zahid 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445" y="1003658"/>
            <a:ext cx="8008374" cy="117910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2587112"/>
            <a:ext cx="7801897" cy="293536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111946" y="6241128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717686" y="624115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224" y="536933"/>
            <a:ext cx="7148836" cy="130661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81" y="2361124"/>
            <a:ext cx="7026764" cy="31252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083145" y="6211631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39886" y="630846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94" y="426055"/>
            <a:ext cx="6779496" cy="10374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4" y="1625770"/>
            <a:ext cx="6779496" cy="360646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94" y="5232230"/>
            <a:ext cx="6779496" cy="8036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156887" y="6196882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71941" y="639101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969" y="804520"/>
            <a:ext cx="8480322" cy="1049235"/>
          </a:xfrm>
        </p:spPr>
        <p:txBody>
          <a:bodyPr/>
          <a:lstStyle/>
          <a:p>
            <a:r>
              <a:rPr dirty="0"/>
              <a:t>Security Measures &amp; Validation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15733"/>
            <a:ext cx="7211961" cy="3450613"/>
          </a:xfrm>
        </p:spPr>
        <p:txBody>
          <a:bodyPr>
            <a:normAutofit/>
          </a:bodyPr>
          <a:lstStyle/>
          <a:p>
            <a:r>
              <a:rPr sz="2400" dirty="0"/>
              <a:t>Input validation for dates, fields, email, and phone</a:t>
            </a:r>
            <a:endParaRPr sz="2400" dirty="0"/>
          </a:p>
          <a:p>
            <a:r>
              <a:rPr sz="2400" dirty="0"/>
              <a:t>Prepared statements with bound parameters</a:t>
            </a:r>
            <a:endParaRPr sz="2400" dirty="0"/>
          </a:p>
          <a:p>
            <a:r>
              <a:rPr sz="2400" dirty="0"/>
              <a:t>User-friendly error messages and validation steps</a:t>
            </a:r>
            <a:endParaRPr sz="24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26361" y="6196883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696" y="639101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997" y="945586"/>
            <a:ext cx="7727849" cy="175370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752474" y="383458"/>
            <a:ext cx="763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 Validation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2474" y="3051982"/>
            <a:ext cx="4579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Use of prepared statements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96" y="3590738"/>
            <a:ext cx="7727850" cy="23216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142138" y="6222753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4781" y="6222743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976" y="269086"/>
            <a:ext cx="478216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74" y="681335"/>
            <a:ext cx="8598310" cy="120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5976" y="1880861"/>
            <a:ext cx="4579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Date Validation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2279938"/>
            <a:ext cx="7444248" cy="30515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76" y="5331478"/>
            <a:ext cx="4232786" cy="1095689"/>
          </a:xfrm>
          <a:prstGeom prst="rect">
            <a:avLst/>
          </a:prstGeom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8112278" y="6169227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6356" y="6672323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207" y="804520"/>
            <a:ext cx="8421328" cy="1049235"/>
          </a:xfrm>
        </p:spPr>
        <p:txBody>
          <a:bodyPr/>
          <a:lstStyle/>
          <a:p>
            <a:r>
              <a:rPr dirty="0"/>
              <a:t>Challenges &amp; Learnings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Challenges: DB connection, frontend-backend integration</a:t>
            </a:r>
            <a:endParaRPr sz="2400" dirty="0"/>
          </a:p>
          <a:p>
            <a:r>
              <a:rPr sz="2400" dirty="0"/>
              <a:t>Learnings: Query optimization, scalability, prepared statements</a:t>
            </a:r>
            <a:endParaRPr sz="2400" dirty="0"/>
          </a:p>
          <a:p>
            <a:r>
              <a:rPr sz="2400" dirty="0"/>
              <a:t>Future: Redis caching, CI/CD pipelines</a:t>
            </a:r>
            <a:endParaRPr sz="24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56524" y="618795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98281" y="618781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29" y="804520"/>
            <a:ext cx="8642555" cy="1049235"/>
          </a:xfrm>
        </p:spPr>
        <p:txBody>
          <a:bodyPr/>
          <a:lstStyle/>
          <a:p>
            <a:r>
              <a:rPr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Enhanced performance, scalability, and security</a:t>
            </a:r>
            <a:endParaRPr sz="2400" dirty="0"/>
          </a:p>
          <a:p>
            <a:r>
              <a:rPr sz="2400" dirty="0"/>
              <a:t>Improved database optimization and error handling</a:t>
            </a:r>
            <a:endParaRPr sz="2400" dirty="0"/>
          </a:p>
          <a:p>
            <a:r>
              <a:rPr sz="2400" dirty="0"/>
              <a:t>Key takeaway: Secure, scalable, and user-friendly design</a:t>
            </a:r>
            <a:endParaRPr sz="24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41777" y="6213360"/>
            <a:ext cx="795746" cy="604442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4801" y="6213218"/>
            <a:ext cx="3719283" cy="309201"/>
          </a:xfrm>
        </p:spPr>
        <p:txBody>
          <a:bodyPr/>
          <a:p>
            <a:r>
              <a:rPr lang="en-US">
                <a:sym typeface="+mn-ea"/>
              </a:rPr>
              <a:t>presented By: Romaisa Zahid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5729</Words>
  <Application>WPS Presentation</Application>
  <PresentationFormat>On-screen Show (4:3)</PresentationFormat>
  <Paragraphs>327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SimSun</vt:lpstr>
      <vt:lpstr>Wingdings</vt:lpstr>
      <vt:lpstr>Times New Roman</vt:lpstr>
      <vt:lpstr>Rockwell</vt:lpstr>
      <vt:lpstr>Microsoft YaHei</vt:lpstr>
      <vt:lpstr>Arial Unicode MS</vt:lpstr>
      <vt:lpstr>Calibri</vt:lpstr>
      <vt:lpstr>Gallery</vt:lpstr>
      <vt:lpstr>Hotel Silverpeak Booking System</vt:lpstr>
      <vt:lpstr>Table of Contents</vt:lpstr>
      <vt:lpstr>Abstract / Project Overview</vt:lpstr>
      <vt:lpstr>Introduction &amp; Purpose</vt:lpstr>
      <vt:lpstr>Tools &amp; Technologies</vt:lpstr>
      <vt:lpstr>Core Features</vt:lpstr>
      <vt:lpstr>System Features &amp; Screenshots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Database Connection &amp; SQL Queries</vt:lpstr>
      <vt:lpstr>Table Details</vt:lpstr>
      <vt:lpstr>Database Design &amp; ER Diagram</vt:lpstr>
      <vt:lpstr>PowerPoint 演示文稿</vt:lpstr>
      <vt:lpstr>PowerPoint 演示文稿</vt:lpstr>
      <vt:lpstr>PowerPoint 演示文稿</vt:lpstr>
      <vt:lpstr>PowerPoint 演示文稿</vt:lpstr>
      <vt:lpstr>SQL QUERIES</vt:lpstr>
      <vt:lpstr>PowerPoint 演示文稿</vt:lpstr>
      <vt:lpstr>PowerPoint 演示文稿</vt:lpstr>
      <vt:lpstr>PowerPoint 演示文稿</vt:lpstr>
      <vt:lpstr>Security Measures &amp; Validation</vt:lpstr>
      <vt:lpstr>PowerPoint 演示文稿</vt:lpstr>
      <vt:lpstr>PowerPoint 演示文稿</vt:lpstr>
      <vt:lpstr>Challenges &amp; Learnings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PC</dc:creator>
  <dc:description>generated using python-pptx</dc:description>
  <cp:lastModifiedBy>fjwu</cp:lastModifiedBy>
  <cp:revision>5</cp:revision>
  <dcterms:created xsi:type="dcterms:W3CDTF">2013-01-27T09:14:00Z</dcterms:created>
  <dcterms:modified xsi:type="dcterms:W3CDTF">2025-05-31T05:57:27Z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53F2C3465FDF4A0E9ADCEE8A975CB401_12</vt:lpwstr>
  </property>
  <property fmtid="{D5CDD505-2E9C-101B-9397-08002B2CF9AE}" pid="3" name="KSOProductBuildVer">
    <vt:lpwstr>1033-12.2.0.21179</vt:lpwstr>
  </property>
</Properties>
</file>